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ten Indian cities — including Hyderabad."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 — and every place carries its own past: a year of daily air, so you can see whether it is getting better or worse.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(45s): 'This is Delhi, live. Every hexagon is one square kilometre, coloured by who is to blame.' Click a red cell → Cell Story: place name, traffic share, the green SHAP box — 'the model shows its own evidence and its own R-squared.' Scroll to PAST AIR: 'and here is this place's own history — worse than a month ago, in plain words.'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every launch city. When we audited our own uncertainty bands we found them under-covering, and we fixed them with conformal calibration. And we trained a deep-learning forecaster on GPU — and rejected it, because gradient boosting won on held-out skill. We keep our failures in the repo. A hundred and eighty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ten cities, over sixteen thousand modeled cells, 647 tracked sources, five and a half thousand vulnerability zones — on infrastructure that costs zero rupees, which happens to be exactly the budget of most municipal pilots. And adding a city is a config file, not a project — we onboarded seven metros, including Hyderabad, from config in one week."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A1–A12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A1–A12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— for 'does it scale?' Show this: 10 live cities, ranked. Hyderabad (this room) added from a YAML + one backfill. Data: 35-day OpenAQ + ERA5 history per city; models trained per city; NCAP-cited enforcement outside NCR.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— for 'can citizens/officers see trends?' Real station readings aggregated per day (SQL); per-cell or per-city; verdict compares the latest week with the week a month earlier; cells without a long station record honestly show the nearest monitored cell and say how far. Works offline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— for 'India already has SAFAR / the DSS / PRANA — what do you add?' Answer with the CEEW audit, not opinion: 5 of 14 severe episodes caught last winter, GRAP III/IV triggered on OBSERVED AQI, DSS is government-only, no outcome monitoring. We built for exactly those four gaps and we feed PRANA rather than compete with it. We do NOT claim to out-model WRF-Chem.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— for 'how good is the forecast, really?' / 'can it warn before a spike?' Real CPCB data, 39 Delhi station cells, the whole 2025-26 winter as test, model retrained monthly on the trailing 90 days exactly like production. Persistence cannot see an onset by construction; we catch a third of Very-Poor onsets 1–3 days ahead. We under-predict the Severe tail and say so — that is why every forecast carries a calibrated probability, not just a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A12 — for 'how do you know your attribution is right?' and 'how many people does this affect?'. We validate indicatively against TERI-ARAI 2018 for Delhi and we show the disagreement (kerbside traffic over-weighted in monsoon) instead of hiding it. Exposure is probability-weighted expected people, GPW population where sampled, exposure not mortality.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ten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cell: who's responsible, and its past year of 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530352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76272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76272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cosine 0.92 / 0.88 / 0.79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76272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vs SAFAR-Delhi · CSTEP-Bengaluru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06624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06624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06624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06624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36976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36976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236976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Delhi +2 / +10 / +9% · Mumbai +18 / +19 / +21%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236976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multi-season split, 90-d rolling refit, vs persistence &amp; seasonal-naive (A11)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67328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67328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Warns before the air turns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767328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35–38% of Very-Poor onsets, 1–3 days ahead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767328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persistence = 0 by construction; Severe tail under-predicted — stated (A11)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297680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97680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80% band → 78% measured · calibrated P(&gt;120/&gt;250)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297680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conformal calibration; Brier skill +49% / +23% vs climatology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28031"/>
            <a:ext cx="11192256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8031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828031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4828031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LightGBM won held-out skill in every launch 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358383"/>
            <a:ext cx="1119225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358383"/>
            <a:ext cx="36118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358383"/>
            <a:ext cx="3246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180 backend + 6 e2e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5358383"/>
            <a:ext cx="32369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5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reproducible: eval/evaluate.ipynb + python -m ml.eval.benchmark (docs/BENCHMARKS.md) — failures included.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7 metros onboarded from config in one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cities live · Delhi to Lucknow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16,529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10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5,495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 · A8 Ten cities · A9 Past air · A10 Positioning vs SAFAR/DSS/PRANA · A11 Early warning &amp; calibration · A12 Attribution &amp; exposure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5,495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A8 · TEN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Ten cities live — Delhi, Bengaluru, Mumbai, Hyderabad, Chennai, Kolkata, Pune, Ahmedabad, Jaipur, Lucknow — ranked Swachh-Vayu style. Seven were onboarded from config in one week; every layer is city-agnostic.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A9 · PAST 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place carries its own history: daily PM2.5 over the CPCB colour bands, 30 days to a year, with a one-line verdict anyone can read. Delhi's real winter smog season — 400+ µg/m³ in Nov–Dec — against the monsoon.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Forecast skill (24/48/72 h) —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59" y="1600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vs weekly seasonal-naive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multi-season, 207k test hrs (winter 25-26 + summer 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+2% / +10% / +9%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59" y="20574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+20% / +17% / +13%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146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Delhi · live 90-day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+12% / +12% / +10%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59" y="25146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+24% / +17% / +19%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718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718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Bengaluru · live 90-day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+18% / +53% / +52%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9718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+14% / +11% / +12%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11155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Mumbai · live 90-day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+7% / +8% / +5%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59" y="3429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+48% / +48% / +30%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86200"/>
            <a:ext cx="111556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4754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75569"/>
                </a:solidFill>
                <a:latin typeface="Calibri"/>
              </a:rPr>
              <a:t>Hyderabad · live 90-day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+9% / +16% / +34%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59" y="38862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+30% / +23% / +25%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41655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Protocol: strict temporal split, rolling monthly refit on the trailing 90 days (= production), one shared support mask, baselines persistence / seasonal-naive / climatology. docs/BENCHMARKS.md · GET /metrics/benchmark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846320"/>
            <a:ext cx="1115568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Compared honestly with TERI-ARAI 2018 for Delhi (A12): seasonality agrees, we over-weight kerbside traffic in monsoon — stated, not hidden. Traffic SHAP 2.30× higher in IST rush hours with weather controlled.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conformalised quantile regression: 80% band measured at 78% coverage on 207k Delhi test hours; every forecast now also carries a calibrated P(&gt;120) / P(&gt;250) (Brier skill +49% / +23% vs climatology at 24 h).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TFT trained on GPU and rejected: LightGBM won held-out skill in every launch city; the notebook keeps the failure.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— labelled Earth-Engine heuristic today (NDVI drop → construction, FIRMS thermal → burning); U-Net drops into the same schema.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languages, regulatory authority) + one backfill run — 7 metros were added this way in a week.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A10 · POSITIONING VS THE STATUS QUO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India can measure and forecast its air. The gap is acting on it — audited.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SAFAR (IITM, 4 cities, city-level bulletin) · AQEWS/DSS (WRF-Chem, 400 m grid, 29-source — CAQM/government users only) · PRANA (cities report NCAP actions &amp; spend) · NCAP Tracker (public trends) · CAAQMS/SAMEER (a reading, not a decision).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THE AUDIT FOUND · CEEW, Oct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'Severe and above' caught 5 of 14 episodes in winter 2024-25 (1 of 15 the winter before) · PM2.5 under-predicted by −24 µg/m³ in winter · CAQM imposed GRAP III/IV on OBSERVED AQI, not forecasts, both winters · DSS 'lacks outcome monitoring and actionable short-term pathways'.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77639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0284C7"/>
                </a:solidFill>
                <a:latin typeface="Calibri"/>
              </a:rPr>
              <a:t>WHAT VAYUNETRA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51460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475569"/>
                </a:solidFill>
                <a:latin typeface="Calibri"/>
              </a:rPr>
              <a:t>Calibrated P(&gt; band) on every cell forecast + onset-recall reported vs persistence · live hourly attribution, not a 2016 inventory · forecast → named notice with citations → dispatch → measured outcome · what-if, ROI, NCAP fund guidance, PRANA export · public, 6 languages, IVR/Telegram/web · ₹0 on the sunk CAAQMS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We do not claim to out-model WRF-Chem. Sources: CEEW 'How Well can Delhi Predict Air Quality?' (Ignatious &amp; Rafiuddin, 2025); Ghude et al., GMD 17 (2024); docs/POSITIONING.md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A11 · EARLY WARNING &amp;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F172A"/>
                </a:solidFill>
                <a:latin typeface="Calibri"/>
              </a:rPr>
              <a:t>Does it warn before the air turns? Measured on the 2025-26 Delhi winter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55680" cy="54864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64592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164592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onsets (&gt;120)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1768" y="164592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onset recall —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4888" y="164592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alarm F1 model / persist.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64592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P(&gt;120) Brier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9607" y="164592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80% PI 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94560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9456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+24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19456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15,701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219456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219456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0.765 / 0.747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19456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9607" y="219456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743200"/>
            <a:ext cx="1115568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743200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+48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743200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18,226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152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1768" y="2743200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743200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0.735 / 0.708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2743200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743200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291839"/>
            <a:ext cx="11155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291839"/>
            <a:ext cx="877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+72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9928" y="3291839"/>
            <a:ext cx="11521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19,117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38%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01768" y="3291839"/>
            <a:ext cx="188366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3291839"/>
            <a:ext cx="17007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0.69 / 0.696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5128" y="3291839"/>
            <a:ext cx="13350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7" y="3291839"/>
            <a:ext cx="96926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0.774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977639"/>
            <a:ext cx="11155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Onset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= clean at issue time, above 120 µg/m³ (Very Poor) at t+h. 'Tomorrow = today' has onset recall 0 by construction; a reactive trigger cannot see these hours coming.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Skill vs persistence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+2% / +10% / +9% at 24/48/72 h on 207k station-hours; winter-only -4% / +7% / +6%; Mumbai +18% / +19% / +21%.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Where we are weak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— the Severe tail (&gt;250): we under-predict it (as the official WRF-Chem does). That is why the product speaks in calibrated probability: P(&gt;250) Brier skill +23% at 24 h.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1" i="0">
                <a:solidFill>
                  <a:srgbClr val="0F172A"/>
                </a:solidFill>
                <a:latin typeface="Calibri"/>
              </a:rPr>
              <a:t>Every number recomputed </a:t>
            </a:r>
            <a:r>
              <a:rPr sz="1350" b="0" i="0">
                <a:solidFill>
                  <a:srgbClr val="475569"/>
                </a:solidFill>
                <a:latin typeface="Calibri"/>
              </a:rPr>
              <a:t>by python -m ml.eval.benchmark from real station data; served by GET /metrics/benchmark; shown in the console. docs/EARLY_WARNING.md · docs/BENCHMARKS.md</a:t>
            </a:r>
          </a:p>
        </p:txBody>
      </p:sp>
      <p:pic>
        <p:nvPicPr>
          <p:cNvPr id="37" name="Picture 3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A12 · ATTRIBUTION VALIDATION &amp; EXPOSURE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F172A"/>
                </a:solidFill>
                <a:latin typeface="Calibri"/>
              </a:rPr>
              <a:t>Checked against published apportionment — agreements and disagreements both shown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0881360" cy="457200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Delhi PM2.5 shares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1600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VayuNetra (Aug 2026, source-only)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summer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600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TERI-ARAI 2018 · winter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Traffic /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0574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146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146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Industry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5146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718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718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Dust (soil/road/construction)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9718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9718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29000"/>
            <a:ext cx="108813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290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Biomass (residential + agri)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34290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0% (monsoon)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290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14%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86200"/>
            <a:ext cx="10881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8620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Calibri"/>
              </a:rPr>
              <a:t>Regional / outside Delhi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88620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25% ('transported')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74%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88620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64%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34840"/>
            <a:ext cx="5852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Read honestly.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Seasonality agrees (biomass ≈ 0 in monsoon, rises with FIRMS fires in Oct–Nov); we over-weight kerbside traffic and under-weight industry/dust vs the pre-monsoon study — stations sit on arterial roads and NO₂/CO signatures are traffic-heavy. Ranking within a cell, confidence and the R² skill gate are what drive enforcement; where the gate fails we fall back to cited priors. docs/ATTRIBUTION_VALIDATION.md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4434840"/>
            <a:ext cx="5074920" cy="17830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5537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59669"/>
                </a:solidFill>
                <a:latin typeface="Calibri"/>
              </a:rPr>
              <a:t>WHO IS IN THE FORECAST?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4937760"/>
            <a:ext cx="46634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Expected people in Very Poor / Severe air at +24/48/72 h = Σ cell population × calibrated P(&gt; band). GPW v4.11 population per cell where sampled, cited city population otherwise — the card says which. Person-hours over the outlook. Exposure, not mortality. GET /exposure · docs/HEALTH_IMPACT.md</a:t>
            </a:r>
          </a:p>
        </p:txBody>
      </p:sp>
      <p:pic>
        <p:nvPicPr>
          <p:cNvPr id="38" name="Picture 37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