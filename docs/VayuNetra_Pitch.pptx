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Nearly two hundred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we catch a third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Delhi +2 / +10 / +9% · Mumbai +18 / +19 / +21%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multi-season split, 90-d rolling refit, vs persistence &amp; seasonal-naive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35–38%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persistence = 0 by construction; Severe tail under-predicted — stated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+49% / +23%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196 backend + 16 e2e flows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207k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+2% / +10% / +9%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+17% / +13%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+12% / +12% / +10%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+24% / +17%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+18% / +53% / +52%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+11% / +12%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+7% / +8% / +5%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+48% / +48%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+16% / +34%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+30% / +23% / +25%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(A12): seasonality agrees, we over-weight kerbside traffic in monsoon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207k Delhi test hours; every forecast now also carries a calibrated P(&gt;120) / P(&gt;250) (Brier skill +49%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model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0.765 / 0.747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0.735 / 0.708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19,117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0.69 / 0.696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+2% / +10% / +9% at 24/48/72 h on 207k station-hours; winter-only -4% / +7% / +6%; Mumbai +18% / +19% / +21%.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we under-predict it (as the official WRF-Chem does). That is why the product speaks in calibrated probability: P(&gt;250) Brier skill +23%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25%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Seasonality agrees (biomass ≈ 0 in monsoon, rises with FIRMS fires in Oct–Nov); we over-weight kerbside traffic and under-weight industry/dust vs the pre-monsoon study — stations sit on arterial roads and NO₂/CO signatures are traffic-heavy. Ranking within a cell, confidence and the R² skill gate are what drive enforcement; where the gate fails we fall back to cited priors. docs/ATTRIBUTION_VALIDATION.md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