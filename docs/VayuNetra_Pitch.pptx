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A · 0:00] Good morning. Every Indian metro measures its air; several forecast it. Nothing acts on it. VayuNetra is the operations layer: it traces who is polluting each square kilometre, predicts the next 72 hours with calibrated probabilities, ranks where to send an inspector with cited evidence, and tells citizens in their own script — live in ten cities on zero infrastructure cost. The map behind me is live: each dot is a city's PM2.5 as of this morning.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 0:25] The data exists. 900-plus CAAQMS stations, satellites overhead. And 1.67 million Indians still die early each year from air pollution. Why? Because a reading turns red and then nothing happens: no system tells a city officer who is polluting this square kilometre right now, what the air will do tomorrow, or where to send inspectors first. The CAG found only 31 percent of monitored cities have any response protocol at all. Cities don't need another dashboard. They need the layer that turns a reading into an intervention.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 0:55] One loop, four verbs. Trace: a hybrid of gradient boosting with SHAP and chemical-signature priors assigns blame per square-kilometre cell — and abstains when it lacks skill. Predict: a LightGBM quantile forecast, blended with persistence and conformally calibrated, so every cell carries a probability of crossing Very Poor. Act: sources ranked by contribution, people exposed, actionability and confidence, each with a Sentinel-2 image, retrieved regulation and a draft notice; the officer approves, dispatches, and closes the case with the field finding on an audit trail. Protect: templated advisories in eight scripts over app, Telegram, IVR and displays. Six agents on one graph; the compute is seconds; the human steps are timestamped.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 1:35] This is Delhi's last winter, day by day, on 39 station cells — real CPCB data. Watch the markers: those are the government's actual GRAP orders. Below each, what our forecast said 24 hours before the order was signed. Stage III on 11 November and Stage IV on 13 December: flagged a full day ahead across essentially the whole network — probability of Very Poor above 80 percent when persistence, which just repeats today, said 225 and the city hit 400. The two October orders we did not foresee, and we say so on the slide. Press R to replay.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 2:20] Every number is measured, including the ones that hurt. Left: served forecast skill over persistence on a strict temporal split, monthly refit — Delhi plus 9, 13, 12 percent at one, two, three days; Mumbai and Kolkata similar. Middle: of the clean-to-Very-Poor onsets, our calibrated alarm catches about half one to three days ahead; persistence catches zero by construction. Right: the probabilities are honest — the reliability curve sits on the diagonal, the 80 percent band covers 78 percent of more than two hundred thousand held-out hours. Attribution is checked bucket by bucket against TERI-ARAI and Guttikunda; agreements and disagreements both published. Now, the product itself.</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B · 3:00 → 7:00] Press D. Live console, Delhi, this morning. (1) Morning brief: city mean vs yesterday, where the air is about to turn, the top three actions — PDF, send to Telegram. (2) Blame map: click the worst hexagon → cell story: sources, SHAP drivers, the R² gate, 72-h forecast with P(Very Poor). (3) Worklist: open the evidence dossier — the real Sentinel-2 image, retrieved regulation, draft notice PDF; Approve → Dispatch (tracking arms) → Close case with a finding → History shows who did what, when. (4) Advisories: switch to Hindi, then Tamil — own scripts; Telegram bot live. (5) Forecast: validation card and 'Real interventions, in hindsight'. (6) Cities: ten on one scoreboard, click Mumbai. Esc back. Total 4 minutes.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 · 7:00] Built to deploy, not to demo. Ten cities live, one YAML per city, no per-city code; seven metros were onboarded that way in a week. We measured what a city costs: about 0.2 megabytes of readings a day, one row per reading, raw kept 180 days then archived. Free tier is sized for exactly this deployment; all 131 NCAP cities would run for about 2,700 rupees a month. Every dispatched action is tracked against its own cell and exported PRANA-ready, so we feed the official system rather than compete with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 · 7:30] India measures. India forecasts. VayuNetra operates — traced, predicted, cited, delivered, closed. In seconds of compute, in eight scripts, for zero rupees today and 2,700 a month for the whole NCAP list. It is live right now at vayunetra-aqi.vercel.app; the QR takes you there. Thank you — we would love your hardest questions.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for Q&amp;A. Jump with the number keys is not supported — use arrows; the list here is the map.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A1. Two seams — the Supabase schema and the API contract — decouple every layer: models write rows, the API reads rows, the console reads the API. LangGraph orchestrates six agents; GitHub Actions run ingest, forecast, attribution, enforcement, brief and retention nightly.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A2. The pipeline view: each node's inputs, outputs and wall-clock, stamped per run in action_traces. The button really runs the graph against the live database; the latency widget on the console reads the same rows.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A3. Every recommendation opens a dossier: the real Sentinel-2 image of the site, the retrieved regulatory text — GRAP/CAQM only where they legally bind, CPCB dust norms and NCAP elsewhere — and a draft notice PDF stamped pending officer authorisation. Never auto-sent.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A4. The same advisory in eight scripts. Templated by design so it cannot hallucinate medical guidance; script-validated in code; native-speaker review status is tracked per language in docs/ADVISORY_REVIEW.md. Channels: app, live Telegram bot, an IVR line with a Hindi voice, public displays; targeted by 5,495 vulnerability-scored zones.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A5. The full table: served-forecast skill versus persistence and seasonal-naive at 24/48/72 hours for every city, from the live 90-day benchmark, plus the multi-season Delhi/Mumbai/Kolkata runs. Negative numbers stay on the slide.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A6. Honesty is a design constraint, not a slogan: the model abstains, health text is LLM-free, notices are drafts, nothing fabricated reaches production, no socio-economic inputs, and an immutable audit trail on every action.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A7. Stack, security, roadmap. Free tier is sized for the ten cities running today; the curve to 131 is published. Row-level security on every table; the anon role is read-only; the API writes with the service role; admin onboarding behind a key.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A8. Ten cities live, ranked Swachh-Vayu style; the same engine, one YAML each. Dots are today's PM2.5; the table is the live comparison.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A9. Every place carries its own history: daily PM2.5 over the CPCB bands for a year — Delhi's real smog season peaks above 400 in December — with a plain-language verdict and spike days. Raw rows older than 180 days live in the archive; the daily rollup keeps the chart.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A10. India already measures and forecasts; the gap is acting on it, and the CEEW audit says the official early-warning system caught 5 of 14 severe episodes in the 2024-25 winter. VayuNetra does not compete with WRF-Chem; it adds the operational layer and feeds PRANA.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A11. The early-warning table: onsets, recall of the median alarm versus the calibrated-probability alarm, F1 against persistence, Brier skill, and 80 % interval coverage — Delhi multi-season. Where we are weak: the Severe tail, and we say so.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A12. Attribution checked bucket by bucket against the published studies, read from the primary PDFs: Delhi vs TERI-ARAI 2018, Bengaluru vs Guttikunda 2019 and CSTEP 2022. Rankings agree — dust first in Delhi, traffic first in Bengaluru; kerbside traffic is over-read; small waste fires are invisible to FIRMS; the run-to-run movement with thin NO₂ coverage is stated. Exposure: expected people in Very Poor air, not mortality.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A13. Did the air change during the orders, weather taken out? A city-wide order has no untreated control and is triggered by dirty air, so we deweather: LightGBM on ERA5 meteorology fitted outside the windows, held-out R² 0.61. Diwali night is the positive control, plus 182. The GRAP windows show no detectable reduction; Stage IV sits in the most stagnant weather where the model under-predicts. Association, not causation — and the reason VayuNetra tracks each action against its own cell.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A14. The officer loop closes: approve, dispatch (which freezes the cell's 7-day baseline and arms tracking), close with a field finding; every change is appended to an immutable status log with the acting officer, and the nightly run refreshes evidence in place without ever resetting a decision. PRANA export carries status and finding.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1.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2.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3.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4.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5.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6.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7.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8.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9.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0.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1.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2.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3.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4.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5.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6.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7.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8.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9.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0.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1.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2.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3.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